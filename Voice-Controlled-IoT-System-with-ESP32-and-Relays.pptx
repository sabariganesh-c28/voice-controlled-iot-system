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5.png"/><Relationship Id="rId8" Type="http://schemas.openxmlformats.org/officeDocument/2006/relationships/image" Target="../media/image-5-6.sv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Voice-Controlled IoT System with ESP32 &amp; Relays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Home Automation using Speech Recognition &amp; Wi-Fi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9867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17279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75723" y="223768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&amp; Smart Control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646363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enables smart control of appliances via internet &amp; automation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33268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75723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Integration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275723" y="380037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integrates ESP32 microcontroller, 2-channel relay, and Python voice recognition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78323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75723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Goal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275723" y="5256808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lights/appliances using simple voice commands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57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Components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044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1317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ESP32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2185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Wi-Fi enabled microcontroller at the heart of the system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3044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301317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Relay Module (2-channel)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42185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Switches electrical appliances safely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SpeechRecognition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Listens to voice commands via microphone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Wi-Fi Communication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sends HTTP requests to ESP32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393454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ESP32 Role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173115"/>
            <a:ext cx="6903269" cy="141426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Hosts a web server with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/off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endpoints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Receives commands from Python script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Controls relay pins (GPIO 26 &amp; 27)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real-time feedback ("Lights ON" / "Lights OFF")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Role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50380"/>
            <a:ext cx="3357082" cy="15179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464792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Voice Capture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949079"/>
            <a:ext cx="28266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SpeechRecognition + PyAudio to capture voice input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7563" y="2250380"/>
            <a:ext cx="3357181" cy="15179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23567" y="2464792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Keyword Recognition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523567" y="2949079"/>
            <a:ext cx="28267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Recognizes keywords: "turn on", "light on", "turn off", "light off"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57340"/>
            <a:ext cx="3357082" cy="15242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171752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HTTP Request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656038"/>
            <a:ext cx="2826671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Sends HTTP request to ESP32 server (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/off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07563" y="3957340"/>
            <a:ext cx="3357181" cy="15242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23567" y="4171752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Voice-to-Action Bridge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4523567" y="4656038"/>
            <a:ext cx="28267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Acts as the voice-to-action bridge between user and hardware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Circuit Design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14699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connected to relay module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Relay channels wired to appliances (e.g., light bulb)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ground between ESP32 &amp; relay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Wi-Fi ensures wireless control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135239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421981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352528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high-voltage wiring should be handled with proper insulation and safety precautions.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71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Program Flow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65870"/>
            <a:ext cx="10868745" cy="4694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023" y="4987468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Recognize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255023" y="5365011"/>
            <a:ext cx="1613822" cy="470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speech to command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398903" y="4987468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Receive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398903" y="5365011"/>
            <a:ext cx="1613822" cy="470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web server handles it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88227" y="1989502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Listen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88227" y="2367044"/>
            <a:ext cx="1613822" cy="470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captures voice input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404137" y="1989502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404137" y="2367044"/>
            <a:ext cx="1613822" cy="7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Relay toggles, appliance responds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52682" y="1989502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Send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52682" y="2367044"/>
            <a:ext cx="1613822" cy="470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 request dispatched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443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Dashboard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518470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71383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Serial Monitor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122513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IP address displayed on Serial Monitor output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518470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71383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Terminal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122513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"You said: turn on → Lights ON" printed in terminal output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11172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30708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Appliance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71576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Appliance switching ON/OFF in real time via relay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07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79464"/>
            <a:ext cx="2539936" cy="15698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38315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Home Automation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842272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lights, fans, and appliances hands-free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379464"/>
            <a:ext cx="2540036" cy="15698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4138315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Accessibility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546997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Voice-controlled access for elderly and disabled users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379464"/>
            <a:ext cx="2540036" cy="15698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4138315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 Management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546997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IoT-based monitoring and energy efficiency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379464"/>
            <a:ext cx="2540036" cy="15698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4138315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 Expansion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546997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Expandable to multiple relays &amp; devices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8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200977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Hands-Free Control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Operate appliances entirely through voice — no physical interaction needed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58541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658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00977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Low-Cost IoT Solution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Affordable components make smart automation accessible to everyone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Easy Integration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6832" y="5367933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seamlessly with existing household appliances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85658" y="536793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to grow — add more relays and devices for smart homes &amp; offices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2380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Summary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1597918"/>
            <a:ext cx="945035" cy="11340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67402" y="1786930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ESP32 + Relay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367402" y="2195612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control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2731988"/>
            <a:ext cx="945035" cy="11340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67402" y="2921000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+ SpeechRecognition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367402" y="3329682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interface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3866059"/>
            <a:ext cx="945035" cy="11340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67402" y="4055070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Wi-Fi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367402" y="4463752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 communication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5000129"/>
            <a:ext cx="945035" cy="113407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67402" y="5189141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Together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6367402" y="5597823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simple, powerful voice-controlled IoT system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2026-08-27T17:35:20Z</dcterms:created>
  <dcterms:modified xsi:type="dcterms:W3CDTF">2026-08-27T17:35:20Z</dcterms:modified>
</cp:coreProperties>
</file>